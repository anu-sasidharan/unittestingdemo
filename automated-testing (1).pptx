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726" autoAdjust="0"/>
  </p:normalViewPr>
  <p:slideViewPr>
    <p:cSldViewPr snapToGrid="0" snapToObjects="1">
      <p:cViewPr varScale="1">
        <p:scale>
          <a:sx n="94" d="100"/>
          <a:sy n="94" d="100"/>
        </p:scale>
        <p:origin x="11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53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Automated Testing?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b="1" dirty="0"/>
              <a:t>Automated testing</a:t>
            </a:r>
            <a:r>
              <a:rPr lang="en-GB" sz="1400" dirty="0"/>
              <a:t> is the process of using specialized software tools to execute a suite of tests on an application automatically.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by hand every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app, click, check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exhausting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edge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3317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that tests your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500 tests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on failures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before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Automated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5544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914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hundreds of tests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685800"/>
            <a:ext cx="15544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5740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1993392"/>
            <a:ext cx="914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03120" y="21488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code without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breaking things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685800"/>
            <a:ext cx="15544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0520" y="1993392"/>
            <a:ext cx="914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86200" y="21488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show what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should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23560" y="685800"/>
            <a:ext cx="15544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2356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🐛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2356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Bugs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1993392"/>
            <a:ext cx="914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0" y="21488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bugs before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reach production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685800"/>
            <a:ext cx="15544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Money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26680" y="1993392"/>
            <a:ext cx="914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52360" y="21488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early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fix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5603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single method 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 isolation.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many.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560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749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how multiple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work together.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service + database.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685800"/>
            <a:ext cx="25603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0" y="749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entire application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like a real user.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expensive, few.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Pyramid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91840" y="685800"/>
            <a:ext cx="256032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· Slow · Expensive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4572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176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· Medium speed · Medium cost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7315200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· Fast · Cheap  ←  Write MOST of these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Build a strong base of fast unit tests. They give you the most value for the least cost.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Testing Frameworks in .NET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972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Running Unit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NUnit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Microsoft internally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10972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182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Built-in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999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Visual Studio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Mock/Fake Objects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4005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NUnit in Visual Studio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029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projects: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 (main code)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MyApp.Tests (test project)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5029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NuGet Packages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NUnit3TestAdapter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Microsoft.NET.Test.Sdk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5029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38328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[TestFixture] — marks test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[Test] — marks test method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[SetUp] — runs before each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5029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29718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Test Explorer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Green = Pass  ❌ Red = Fail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Unit Test — AAA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6060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7589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2331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5, b = 3;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685800"/>
            <a:ext cx="26060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7589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method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testing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377440"/>
            <a:ext cx="2331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01568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calc.Add(a, b);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6858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685800"/>
            <a:ext cx="260604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0" y="7589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correct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377440"/>
            <a:ext cx="2331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36208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Assert.That(result,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Is.EqualTo(8));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test follows this three-step pattern — no exceptions!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 (TDD)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doesn't exist yet.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56032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just enough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 pass the test.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REFACTOR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the 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breaking the test.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544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TDD forces you to think about WHAT the code should do before writing it — leading to cleaner, more focused methods.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212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tests your code — fast and reliable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52120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6642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→ Integration → End-to-End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8412480" cy="5212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Pyramid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23113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MOST unit tests — they're fast and cheap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8412480" cy="52120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7980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79806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 for tests, Moq for mocking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5212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3649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[Test], [TestFixture], [SetUp] in a separate project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52120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931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→ Act → Assert every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5212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49884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Refactor cycle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565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Automated Testing</dc:title>
  <dc:subject>PptxGenJS Presentation</dc:subject>
  <dc:creator>PptxGenJS</dc:creator>
  <cp:lastModifiedBy>S, Anu (Contractor)</cp:lastModifiedBy>
  <cp:revision>8</cp:revision>
  <dcterms:created xsi:type="dcterms:W3CDTF">2026-03-30T21:14:52Z</dcterms:created>
  <dcterms:modified xsi:type="dcterms:W3CDTF">2026-04-01T07:59:58Z</dcterms:modified>
</cp:coreProperties>
</file>